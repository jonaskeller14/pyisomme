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98DAD4-378F-6DBB-2DBF-337AE63640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DCAEBC2-33C9-65C4-8FC2-3AE083E6C0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365B94-29FF-DFB9-C524-F1BDFEE4E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DB27C-FEF6-4786-9FFE-9C5D02FA036C}" type="datetimeFigureOut">
              <a:rPr lang="de-DE" smtClean="0"/>
              <a:t>25.01.2024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3F343C5-AD3E-08C1-E24D-49DAFFFF5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2A9430-7085-CD54-9549-F05AAD489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89E72-A0EB-4372-BFA4-47895413B0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7549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E9ED0F-B9CB-57C6-8086-F3576C303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FFAE4EC-CD1E-2760-0319-49C003752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04C0E14-65AF-E5C8-5504-D4919153D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DB27C-FEF6-4786-9FFE-9C5D02FA036C}" type="datetimeFigureOut">
              <a:rPr lang="de-DE" smtClean="0"/>
              <a:t>25.01.2024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D8F0CF2-7300-2D34-C7AE-C1C14AFC9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51C6EC-DFB4-1241-24CE-B76EA71C8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89E72-A0EB-4372-BFA4-47895413B0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2343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315B64-512E-4CD6-75B3-89AE67548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7792F3-52FA-534C-4E4B-17D1E07F2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DE6FF16-F0E5-F958-3739-BE6252009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DB27C-FEF6-4786-9FFE-9C5D02FA036C}" type="datetimeFigureOut">
              <a:rPr lang="de-DE" smtClean="0"/>
              <a:t>25.01.2024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9AB3C32-8D76-0277-A2F1-C3F4833D6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AEC327C-7429-BE02-0CED-E5A5E068B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89E72-A0EB-4372-BFA4-47895413B0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2250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A9B90B-66B5-3872-3FDA-7ECF1282F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48C5B82-7C82-1936-DCFB-75DB805B97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8987135-C1F7-08B5-B571-F24833445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4B612C5-3B61-1786-F7EA-1DE85BE3A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DB27C-FEF6-4786-9FFE-9C5D02FA036C}" type="datetimeFigureOut">
              <a:rPr lang="de-DE" smtClean="0"/>
              <a:t>25.01.2024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DDCD547-97C3-AB9A-ED9D-AF32C9E57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BF83FB0-51AF-86C3-C865-D1FCF30D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89E72-A0EB-4372-BFA4-47895413B0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1632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47573F-85D6-982F-FEC2-D11382D4E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6B86B74-EBF0-6E1D-CFF7-954852DA0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E3E5DE7-2CE3-C055-8A67-BD955692EA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887260F-9B04-A005-9498-342864F787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6650E73-6886-DACC-CED0-7B97D7D2E2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57F18A9-C8D3-190C-E1B3-825B54EB9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DB27C-FEF6-4786-9FFE-9C5D02FA036C}" type="datetimeFigureOut">
              <a:rPr lang="de-DE" smtClean="0"/>
              <a:t>25.01.2024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0BA2542-FE02-04C3-00C3-5FD29252E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C5C2D6C-7630-3234-D50B-75D5F51BC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89E72-A0EB-4372-BFA4-47895413B0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7131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9EA8D5-5355-301F-1449-488D1938C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BE5B75D-B9C3-E855-38F9-F433BF18E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DB27C-FEF6-4786-9FFE-9C5D02FA036C}" type="datetimeFigureOut">
              <a:rPr lang="de-DE" smtClean="0"/>
              <a:t>25.01.2024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B2213A9-8943-D849-184C-61635EB89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9BCDABA-0D7B-D372-A3E0-5ECEEE3A5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89E72-A0EB-4372-BFA4-47895413B0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5247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9CCFD60-78D4-3093-5B43-8C5C225BB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DB27C-FEF6-4786-9FFE-9C5D02FA036C}" type="datetimeFigureOut">
              <a:rPr lang="de-DE" smtClean="0"/>
              <a:t>25.01.2024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080847C-D347-D5DC-2BA2-2AB55DE2C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66D1226-DD18-8E9E-0B6C-8F427F032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89E72-A0EB-4372-BFA4-47895413B0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2350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457609-F6D4-67A2-B48F-6172B73A5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9449111-0475-5496-E6AF-78170FEE6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38D4DC3-9419-BF0F-AB05-8BAA178AA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1B07074-6EC7-9499-050F-FF7B65143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DB27C-FEF6-4786-9FFE-9C5D02FA036C}" type="datetimeFigureOut">
              <a:rPr lang="de-DE" smtClean="0"/>
              <a:t>25.01.2024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CBADA8-6B84-82AC-3060-8A0A03707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6A2E3CC-4F94-495E-FE18-59188BE0F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89E72-A0EB-4372-BFA4-47895413B0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9100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4CCF21-7613-211B-2224-B949D0EDB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837C1DF-AA94-B586-EEB3-A5793E43E5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86F62ED-6697-F0B3-8FC2-770E51D3F9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5829FF8-1365-4C99-9D69-BC7B2B6ED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DB27C-FEF6-4786-9FFE-9C5D02FA036C}" type="datetimeFigureOut">
              <a:rPr lang="de-DE" smtClean="0"/>
              <a:t>25.01.2024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3BD2FA7-ADF6-650B-1DF1-B28D29033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EBE40FC-4BAF-071B-558B-9C319641D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89E72-A0EB-4372-BFA4-47895413B0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8893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E8B58B-20A4-B739-231E-E9A77242A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06F88AE-BFDD-91A2-E75A-6F3202AD99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4BBB1F-A460-BFA7-C837-DAA7B9BD3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DB27C-FEF6-4786-9FFE-9C5D02FA036C}" type="datetimeFigureOut">
              <a:rPr lang="de-DE" smtClean="0"/>
              <a:t>25.01.2024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0DE80F-6ABE-DE98-9277-F67B30D6A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D74D412-C06A-EF6B-B08F-130290DF7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89E72-A0EB-4372-BFA4-47895413B0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4168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61EEFE2-523E-1EC0-7073-001128E872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02C5274-1BD1-7DDC-7E41-E8543C709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AF481-70F5-A732-13B2-E2FFB7655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DB27C-FEF6-4786-9FFE-9C5D02FA036C}" type="datetimeFigureOut">
              <a:rPr lang="de-DE" smtClean="0"/>
              <a:t>25.01.2024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C84CFF6-481D-2229-7007-A50B67F9C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76AFFE-F20B-87B8-C8D5-93F1B1478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89E72-A0EB-4372-BFA4-47895413B0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0804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587CBEA-DF39-C962-4498-990DAD112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688106B-E090-493E-742C-3A4D17632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9B0C7DD-154D-09FD-621A-F388CC1FC5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DDB27C-FEF6-4786-9FFE-9C5D02FA036C}" type="datetimeFigureOut">
              <a:rPr lang="de-DE" smtClean="0"/>
              <a:t>25.01.2024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9F4749D-BCDF-EE25-1C0C-BC9443B43D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B80F80-1629-298F-6EC5-01EA49AE37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C89E72-A0EB-4372-BFA4-47895413B0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4105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Keller, Jonas</dc:creator>
  <cp:lastModifiedBy>Keller, Jonas</cp:lastModifiedBy>
  <cp:revision>2</cp:revision>
  <dcterms:created xsi:type="dcterms:W3CDTF">2024-01-25T19:28:37Z</dcterms:created>
  <dcterms:modified xsi:type="dcterms:W3CDTF">2024-01-25T19:28:50Z</dcterms:modified>
</cp:coreProperties>
</file>